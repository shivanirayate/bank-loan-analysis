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57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FEE373-9D05-46E9-3914-846114BD6596}" name="surya sree" initials="ss" userId="c719c0f0ead0a71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96C"/>
    <a:srgbClr val="EF6DD3"/>
    <a:srgbClr val="FBD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sree" userId="c719c0f0ead0a715" providerId="LiveId" clId="{660BB5CD-5A23-4DB2-A5BD-9D27123D2685}"/>
    <pc:docChg chg="modSld">
      <pc:chgData name="surya sree" userId="c719c0f0ead0a715" providerId="LiveId" clId="{660BB5CD-5A23-4DB2-A5BD-9D27123D2685}" dt="2026-05-21T15:54:39.470" v="1" actId="14100"/>
      <pc:docMkLst>
        <pc:docMk/>
      </pc:docMkLst>
      <pc:sldChg chg="modSp mod">
        <pc:chgData name="surya sree" userId="c719c0f0ead0a715" providerId="LiveId" clId="{660BB5CD-5A23-4DB2-A5BD-9D27123D2685}" dt="2026-05-21T15:54:39.470" v="1" actId="14100"/>
        <pc:sldMkLst>
          <pc:docMk/>
          <pc:sldMk cId="1469812388" sldId="265"/>
        </pc:sldMkLst>
        <pc:spChg chg="mod">
          <ac:chgData name="surya sree" userId="c719c0f0ead0a715" providerId="LiveId" clId="{660BB5CD-5A23-4DB2-A5BD-9D27123D2685}" dt="2026-05-21T15:54:39.470" v="1" actId="14100"/>
          <ac:spMkLst>
            <pc:docMk/>
            <pc:sldMk cId="1469812388" sldId="265"/>
            <ac:spMk id="3" creationId="{1A17FE6E-B46A-A583-D94C-3E4CEC38F1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D0F89-6DC0-48A8-8AED-32C2E133306C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3C65A-6CF7-4565-A245-8994110D1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8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3C65A-6CF7-4565-A245-8994110D193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4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3C65A-6CF7-4565-A245-8994110D193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994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07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3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8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3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5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5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2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8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5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0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793FA9E-63D0-400C-9E7D-A74982B5D3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2181E6F-AB3B-43A0-B7D2-0191A8A9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9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B7FC-152F-5575-C167-15F26DF1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4" y="331173"/>
            <a:ext cx="7312742" cy="1325563"/>
          </a:xfrm>
        </p:spPr>
        <p:txBody>
          <a:bodyPr>
            <a:normAutofit fontScale="90000"/>
          </a:bodyPr>
          <a:lstStyle/>
          <a:p>
            <a:r>
              <a:rPr lang="en-IN" sz="4800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Final Presentation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0B027-CADB-8019-9054-3BC79F49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71" y="2978714"/>
            <a:ext cx="6948948" cy="2222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IN" sz="4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Bank Analytics</a:t>
            </a:r>
            <a:endParaRPr lang="en-IN" sz="44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 -</a:t>
            </a:r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4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06</a:t>
            </a:r>
            <a:endParaRPr lang="en-IN" sz="44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78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9E8E-740E-0ACB-5353-87AAA1FA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81" y="237305"/>
            <a:ext cx="10515600" cy="1325563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MEMBERS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0C98-C43D-1DF5-0A44-A314DF792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562868"/>
            <a:ext cx="10783529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914400" indent="-914400">
              <a:buFont typeface="+mj-lt"/>
              <a:buAutoNum type="arabicPeriod"/>
            </a:pPr>
            <a:r>
              <a:rPr lang="en-IN" sz="4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Pranjali Tembhe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Suryasree Kanchi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Shivani Rayate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Koushik U Bhat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vinay kumar 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534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6C32-88C4-C454-20C4-3B2E656EB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258" y="337148"/>
            <a:ext cx="3195484" cy="921381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C190-8448-C489-2E1C-1932D67B3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364" y="1521640"/>
            <a:ext cx="10058400" cy="405079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Our project is Bank Analytics, collaboratively developed by our team to transform raw banking data into meaningful business insights.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used Excel for data cleaning and preprocessing, and MySQL for structured database management.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We built interactive dashboards and visual reports using Power BI and Tableau for real-time analysis.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This project gave us hands-on experience in business intelligence, data visualization, and teamwork while delivering actionable insights.</a:t>
            </a:r>
            <a:endParaRPr lang="en-IN" sz="24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869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4F31-3210-E99B-FA27-F5227079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8039" y="75943"/>
            <a:ext cx="4090220" cy="93939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C477F-A84C-F9C7-EDF6-5203F013C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2562" y="1491328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Total Loan Amount Funded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Total Loans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Total Collection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4. Total Interest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5. Branch-Wise Performance 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6. State-Wise Loan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7. Religion-Wise Loan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8. Product Group-Wise Loan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9. Disbursement Trend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10. Grade-Wise Loan</a:t>
            </a:r>
          </a:p>
          <a:p>
            <a:pPr marL="0" indent="0">
              <a:buNone/>
            </a:pPr>
            <a:endParaRPr lang="en-US" dirty="0">
              <a:solidFill>
                <a:srgbClr val="30496C"/>
              </a:solidFill>
            </a:endParaRP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F0180A-C167-A122-9661-CBEE19D7F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7510" y="1491328"/>
            <a:ext cx="506484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11. Default Loan Count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12. Delinquent Client Count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13. Delinquent Loan Rate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14. Default Loan Rate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15. Loan Status-Wise Laan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16. Age Group-Wise Loan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17. Loan Maturity.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18. No Verified Loans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2427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23EB42-6E54-36A2-FFFD-6EBE194B8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734" y="94663"/>
            <a:ext cx="6580118" cy="646044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rgbClr val="30496C"/>
                </a:solidFill>
              </a:rPr>
              <a:t>EXCEL DASHBOARD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D02DB13-5419-A116-1AC2-A52F2C5C11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124" y="860438"/>
            <a:ext cx="8130623" cy="57935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9E8B0F8-AA9C-DA02-2F2B-DD0EBC84A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47125" y="860438"/>
            <a:ext cx="3206751" cy="760099"/>
          </a:xfrm>
        </p:spPr>
        <p:txBody>
          <a:bodyPr>
            <a:noAutofit/>
          </a:bodyPr>
          <a:lstStyle/>
          <a:p>
            <a:r>
              <a:rPr lang="en-IN" b="0" dirty="0">
                <a:solidFill>
                  <a:srgbClr val="C00000"/>
                </a:solidFill>
              </a:rPr>
              <a:t>KEY INSIGHTS OF DASHBOARD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BC9A890F-9BD3-9E0B-ED49-344F2647F7EA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8458200" y="1285459"/>
            <a:ext cx="3605005" cy="658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Collected and organized banking data efficiently using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Excel.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Performed data cleaning and preprocessing for accurate analysis.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filters, sorting, and formulas to manage large datasets easily.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Created interactive charts and graphs for better data visualization.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Improved understanding of customer and banking trends through reports.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2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38F2-8C34-F188-3828-1FC5C0EF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8490" y="108155"/>
            <a:ext cx="7826478" cy="796413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rgbClr val="3049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 DASHBOARD </a:t>
            </a:r>
            <a:endParaRPr lang="en-IN" sz="3200" b="1" dirty="0">
              <a:solidFill>
                <a:srgbClr val="30496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C9A25738-C6D9-C05E-7106-F08292C4C2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0053" y="1071716"/>
            <a:ext cx="8214850" cy="55748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949F1CC-7D05-5B2A-E678-31921715D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13058" y="875071"/>
            <a:ext cx="2979174" cy="796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KEY INSIGHTS OF DASHBOARD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92F818B-748B-6176-FD64-463BE5FC8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877" y="1717033"/>
            <a:ext cx="316107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Created interactive and visually appealing dashboards using Tableau.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Analyzed banking data through charts, graphs, and filters for better insights.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Converted complex data into simple and understandable visual reports. </a:t>
            </a:r>
            <a:endParaRPr lang="en-US" altLang="en-US" sz="16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Improved decision-making by identifying trends and performance patterns.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dynamic visualizations to enhance user interaction and analysis. </a:t>
            </a:r>
          </a:p>
        </p:txBody>
      </p:sp>
    </p:spTree>
    <p:extLst>
      <p:ext uri="{BB962C8B-B14F-4D97-AF65-F5344CB8AC3E}">
        <p14:creationId xmlns:p14="http://schemas.microsoft.com/office/powerpoint/2010/main" val="260918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B211-3714-4DE8-2586-CB04AB5D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37651" y="60247"/>
            <a:ext cx="7216878" cy="88315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3049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POWER-BI  DASHBOARD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C9853A17-1ACE-3FEE-1CB9-79C5D40916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6310" y="943403"/>
            <a:ext cx="8259095" cy="57228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26BE27-ECFE-0ADF-389C-2FF8CE2E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0800000" flipV="1">
            <a:off x="8672050" y="806245"/>
            <a:ext cx="3382299" cy="883153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KEY INSIGHTS OF DASHBOARD 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6A6E8DB-442A-5E0B-6A1F-CEB9140DB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0206" y="1289280"/>
            <a:ext cx="296934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Developed interactive dashboards using Microsoft Power BI for banking data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Created clear and meaningful visual reports using charts, KPIs, and graphs.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Performed data transformation and analysis for better business insights.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Improved decision-making through real-time data visualization.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29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0E4B-BB7D-2FC6-CDFB-27EB2AD0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78658"/>
            <a:ext cx="4316362" cy="505029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solidFill>
                  <a:srgbClr val="3049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MY-SQL QUERY</a:t>
            </a:r>
            <a:endParaRPr lang="en-IN" b="1" dirty="0">
              <a:solidFill>
                <a:srgbClr val="30496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1EAECA7C-6D52-72FB-1527-5731A24B8B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" t="-1417" r="-1330" b="4993"/>
          <a:stretch>
            <a:fillRect/>
          </a:stretch>
        </p:blipFill>
        <p:spPr>
          <a:xfrm>
            <a:off x="206477" y="691491"/>
            <a:ext cx="8573729" cy="60856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6B1B3CF-84F1-5CC0-9675-3AE16B146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91716" y="631964"/>
            <a:ext cx="3500284" cy="6044092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KEY INSIGHTS OF SQL QUERY</a:t>
            </a:r>
          </a:p>
          <a:p>
            <a:endParaRPr lang="en-IN" sz="24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29C563F-245A-91CB-2365-C654E786C3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80206" y="1144861"/>
            <a:ext cx="320531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Managed and organized banking data efficiently using MySQL.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SQL queries to retrieve, filter, and analyze large datasets.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Performed operations like SELECT, WHERE, GROUP BY, and JOIN for data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Improved accuracy and speed in handling banking records and transactions.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496C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496C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Extracted meaningful insights from raw data using query-based analysis. </a:t>
            </a:r>
          </a:p>
        </p:txBody>
      </p:sp>
    </p:spTree>
    <p:extLst>
      <p:ext uri="{BB962C8B-B14F-4D97-AF65-F5344CB8AC3E}">
        <p14:creationId xmlns:p14="http://schemas.microsoft.com/office/powerpoint/2010/main" val="223943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713A-0CA1-9FD8-5F45-156EC7237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491" y="255637"/>
            <a:ext cx="5919018" cy="56043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49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TAKEAWAY POINTS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7FE6E-B46A-A583-D94C-3E4CEC38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471948"/>
            <a:ext cx="10599174" cy="6130415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8000" b="1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📊 </a:t>
            </a: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Analytics Experience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Gained practical knowledge in analyzing real-time banking data.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Understood how data helps organizations make smarter business decisions.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80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🛠️ Technical Skills Developed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Worked with Excel for data cleaning and preprocessing.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MySQL for data storage and query handling.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Built interactive dashboards using Microsoft Power BI and Tableau.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80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📈 Visualization &amp; Insights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Converted raw banking data into clear and meaningful visual reports.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Improved understanding of trends, performance analysis, and business insights.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8000" dirty="0">
              <a:solidFill>
                <a:srgbClr val="30496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🤝 Team Collaboration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Enhanced teamwork, communication, and project management skills.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rgbClr val="30496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Learned how collaborative efforts improve project quality and outcomes.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812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A04AE3-ACA0-DDE1-56A0-8AA2DB1A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084" y="1928813"/>
            <a:ext cx="5525730" cy="1500187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421586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fe52148-729a-467a-b076-af446278192a}" enabled="0" method="" siteId="{5fe52148-729a-467a-b076-af44627819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428</TotalTime>
  <Words>532</Words>
  <Application>Microsoft Office PowerPoint</Application>
  <PresentationFormat>Widescreen</PresentationFormat>
  <Paragraphs>112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Rockwell</vt:lpstr>
      <vt:lpstr>Rockwell Condensed</vt:lpstr>
      <vt:lpstr>Wingdings</vt:lpstr>
      <vt:lpstr>Wood Type</vt:lpstr>
      <vt:lpstr>Final Presentation </vt:lpstr>
      <vt:lpstr>GROUP MEMBERS :-</vt:lpstr>
      <vt:lpstr>Summary</vt:lpstr>
      <vt:lpstr>KPIS LIST</vt:lpstr>
      <vt:lpstr>PowerPoint Presentation</vt:lpstr>
      <vt:lpstr>TABLEAU DASHBOARD </vt:lpstr>
      <vt:lpstr>POWER-BI  DASHBOARD</vt:lpstr>
      <vt:lpstr>MY-SQL QUERY</vt:lpstr>
      <vt:lpstr> KEY TAKEAWAY POINTS 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 Koushik</dc:creator>
  <cp:lastModifiedBy>surya sree</cp:lastModifiedBy>
  <cp:revision>2</cp:revision>
  <dcterms:created xsi:type="dcterms:W3CDTF">2026-05-20T09:29:00Z</dcterms:created>
  <dcterms:modified xsi:type="dcterms:W3CDTF">2026-05-21T15:54:39Z</dcterms:modified>
</cp:coreProperties>
</file>